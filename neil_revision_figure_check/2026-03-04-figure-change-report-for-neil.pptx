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Steffi didn't trust Sanghoon's code and asked for review before resubmission. We built a validation pipeline to systematically compare manuscript figures against regenerated outputs from the refactored codebase.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Overall the codebase is in good shape. Most figures pass validation. The numerical discrepancy (Spearman r) was a false alarm - the validation system incorrectly matched a wet lab correlation with a computational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validation system incorrectly matched these because both mention HSD17B7 and estrogen. But the Y variables are completely different - one is wet lab hormone measurements, the other is computational pathway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 change was removing an auto-generated title that wasn't in the original. Same data, same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Major rewrite using ComplexHeatmap. Fixed scaling issue - now uses raw GSVA scores with auto-scaled colorbar based on actual data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rewrite using ComplexHeatmap to match manuscript styling exactly. Curated to ~12 pathways per panel for readability. Color palette sampled from manuscript.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Manuscript used older CellPhoneDB database with different L-R pair naming. Regenerated with CellPhoneDB v5 - same biological patterns but updated nomenclature.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Neil should verify the regenerated figures match what was intended in the manuscript. The code is now documented and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Beyond the figure fixes, we improved the overall code quality to ensure the analysis is reproducible and robust for future revisions.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regenerated figure files that should replace the originals in the manuscript PowerPoint.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Figure Change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Manuscript Validation Results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Background: Code Review for Rigor &amp;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Steffi requested independent review of Sanghoon's analysis code</a:t>
            </a:r>
          </a:p>
          <a:p>
            <a:pPr>
              <a:spcAft>
                <a:spcPts val="1200"/>
              </a:spcAft>
              <a:defRPr sz="2000"/>
            </a:pPr>
            <a:r>
              <a:t>• Goals: Biostatistical validation, reproducibility, documentation</a:t>
            </a:r>
          </a:p>
          <a:p>
            <a:pPr>
              <a:spcAft>
                <a:spcPts val="1200"/>
              </a:spcAft>
              <a:defRPr sz="2000"/>
            </a:pPr>
            <a:r>
              <a:t>• Context: Paper revisions before resubmission</a:t>
            </a:r>
          </a:p>
          <a:p>
            <a:pPr>
              <a:spcAft>
                <a:spcPts val="1200"/>
              </a:spcAft>
              <a:defRPr sz="2000"/>
            </a:pPr>
            <a:r>
              <a:t>• Approach: 3-tier validation pipeline (numerical, visual, claims)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Validation Summary: Most Issues Resolved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Action Required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figures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changes needed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 figures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Minor formatting (fixed)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figure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Curated L-R list found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FALSE ALARM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Wet lab vs computational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Finding: Spearman r Discrepancy is FALSE ALARM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Validation flagged: manuscript r=0.26 vs code r=0.216</a:t>
            </a:r>
          </a:p>
          <a:p>
            <a:pPr>
              <a:spcAft>
                <a:spcPts val="1200"/>
              </a:spcAft>
              <a:defRPr sz="2000"/>
            </a:pPr>
            <a:r>
              <a:t>• BUT these measure DIFFERENT things:</a:t>
            </a:r>
          </a:p>
          <a:p>
            <a:pPr>
              <a:spcAft>
                <a:spcPts val="1200"/>
              </a:spcAft>
              <a:defRPr sz="2000"/>
            </a:pPr>
            <a:r>
              <a:t>•    - Manuscript r=0.26: HSD17B7 vs E2:E1 hormone ratio (wet lab mass spec)</a:t>
            </a:r>
          </a:p>
          <a:p>
            <a:pPr>
              <a:spcAft>
                <a:spcPts val="1200"/>
              </a:spcAft>
              <a:defRPr sz="2000"/>
            </a:pPr>
            <a:r>
              <a:t>•    - Code r=0.216: HSD17B7 vs GSVA pathway score (computational)</a:t>
            </a:r>
          </a:p>
          <a:p>
            <a:pPr>
              <a:spcAft>
                <a:spcPts val="1200"/>
              </a:spcAft>
              <a:defRPr sz="2000"/>
            </a:pPr>
            <a:r>
              <a:t>• Conclusion: Not a discrepancy - out of scope for computational validation</a:t>
            </a:r>
          </a:p>
          <a:p>
            <a:pPr>
              <a:spcAft>
                <a:spcPts val="1200"/>
              </a:spcAft>
              <a:defRPr sz="2000"/>
            </a:pPr>
            <a:r>
              <a:t>• No manuscript changes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Fig 2B: COSMIC Signatures (PASS - Minor Change)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08080"/>
                </a:solidFill>
              </a:defRPr>
            </a:pPr>
            <a:r>
              <a:t>MANUSCRIPT (Original)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095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000"/>
                </a:solidFill>
              </a:defRPr>
            </a:pPr>
            <a:r>
              <a:t>REGENERATED (Fixed)</a:t>
            </a:r>
          </a:p>
        </p:txBody>
      </p:sp>
      <p:pic>
        <p:nvPicPr>
          <p:cNvPr id="5" name="Picture 4" descr="im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030582"/>
          </a:xfrm>
          <a:prstGeom prst="rect">
            <a:avLst/>
          </a:prstGeom>
        </p:spPr>
      </p:pic>
      <p:pic>
        <p:nvPicPr>
          <p:cNvPr id="6" name="Picture 5" descr="cosmic_sign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097280"/>
            <a:ext cx="5149036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488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• Change: Removed auto-generated title 'SBS Signature Counts per Sample'</a:t>
            </a:r>
          </a:p>
          <a:p>
            <a:pPr>
              <a:spcAft>
                <a:spcPts val="600"/>
              </a:spcAft>
              <a:defRPr sz="1600"/>
            </a:pPr>
            <a:r>
              <a:t>• Data patterns: Identical</a:t>
            </a:r>
          </a:p>
          <a:p>
            <a:pPr>
              <a:spcAft>
                <a:spcPts val="600"/>
              </a:spcAft>
              <a:defRPr sz="1600"/>
            </a:pPr>
            <a:r>
              <a:t>• Impact on interpretation: None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Fig 4E: Estrogen Pathway Heatmap (FIXED)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08080"/>
                </a:solidFill>
              </a:defRPr>
            </a:pPr>
            <a:r>
              <a:t>MANUSCRIPT (Original)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095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000"/>
                </a:solidFill>
              </a:defRPr>
            </a:pPr>
            <a:r>
              <a:t>REGENERATED (Fixed)</a:t>
            </a:r>
          </a:p>
        </p:txBody>
      </p:sp>
      <p:pic>
        <p:nvPicPr>
          <p:cNvPr id="5" name="Picture 4" descr="img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2460456"/>
          </a:xfrm>
          <a:prstGeom prst="rect">
            <a:avLst/>
          </a:prstGeom>
        </p:spPr>
      </p:pic>
      <p:pic>
        <p:nvPicPr>
          <p:cNvPr id="6" name="Picture 5" descr="gsva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097280"/>
            <a:ext cx="5303520" cy="31821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488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• Styling fixed: Row labels on LEFT, 45° column rotation, NO cell borders</a:t>
            </a:r>
          </a:p>
          <a:p>
            <a:pPr>
              <a:spcAft>
                <a:spcPts val="600"/>
              </a:spcAft>
              <a:defRPr sz="1600"/>
            </a:pPr>
            <a:r>
              <a:t>• Color scale: Auto-scaled to actual GSVA data range (~±0.3) for proper gradient</a:t>
            </a:r>
          </a:p>
          <a:p>
            <a:pPr>
              <a:spcAft>
                <a:spcPts val="600"/>
              </a:spcAft>
              <a:defRPr sz="1600"/>
            </a:pPr>
            <a:r>
              <a:t>• Switched to ComplexHeatmap for publication-quality output</a:t>
            </a:r>
          </a:p>
          <a:p>
            <a:pPr>
              <a:spcAft>
                <a:spcPts val="600"/>
              </a:spcAft>
              <a:defRPr sz="1600"/>
            </a:pPr>
            <a:r>
              <a:t>• Note: 9/11 pathways found (2 missing from msigdbr lookup)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Fig 7B/C: Multi-Cell Type Pathway Heatmaps (FIXED)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08080"/>
                </a:solidFill>
              </a:defRPr>
            </a:pPr>
            <a:r>
              <a:t>MANUSCRIPT (Original)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095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000"/>
                </a:solidFill>
              </a:defRPr>
            </a:pPr>
            <a:r>
              <a:t>REGENERATED (Fixed)</a:t>
            </a:r>
          </a:p>
        </p:txBody>
      </p:sp>
      <p:pic>
        <p:nvPicPr>
          <p:cNvPr id="5" name="Picture 4" descr="im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017827" cy="3474720"/>
          </a:xfrm>
          <a:prstGeom prst="rect">
            <a:avLst/>
          </a:prstGeom>
        </p:spPr>
      </p:pic>
      <p:pic>
        <p:nvPicPr>
          <p:cNvPr id="6" name="Picture 5" descr="fig7bc_pathway_heat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097280"/>
            <a:ext cx="43434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488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• Color palette: Blue-cyan → white → orange-red (matched from manuscript)</a:t>
            </a:r>
          </a:p>
          <a:p>
            <a:pPr>
              <a:spcAft>
                <a:spcPts val="600"/>
              </a:spcAft>
              <a:defRPr sz="1600"/>
            </a:pPr>
            <a:r>
              <a:t>• Curated pathways: 12 HALLMARK + 12 BIOCARTA (readable labels, not all 340+)</a:t>
            </a:r>
          </a:p>
          <a:p>
            <a:pPr>
              <a:spcAft>
                <a:spcPts val="600"/>
              </a:spcAft>
              <a:defRPr sz="1600"/>
            </a:pPr>
            <a:r>
              <a:t>• Cell borders: Thin dark borders, horizontal colorbar at bottom</a:t>
            </a:r>
          </a:p>
          <a:p>
            <a:pPr>
              <a:spcAft>
                <a:spcPts val="600"/>
              </a:spcAft>
              <a:defRPr sz="1600"/>
            </a:pPr>
            <a:r>
              <a:t>• Switched to ComplexHeatmap for full styling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Fig 7D: Cell-Cell Communication (CellPhoneDB)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08080"/>
                </a:solidFill>
              </a:defRPr>
            </a:pPr>
            <a:r>
              <a:t>MANUSCRIPT (Original)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095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000"/>
                </a:solidFill>
              </a:defRPr>
            </a:pPr>
            <a:r>
              <a:t>REGENERATED (CellPhoneDB v5)</a:t>
            </a:r>
          </a:p>
        </p:txBody>
      </p:sp>
      <p:pic>
        <p:nvPicPr>
          <p:cNvPr id="5" name="Picture 4" descr="img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426548" cy="3474720"/>
          </a:xfrm>
          <a:prstGeom prst="rect">
            <a:avLst/>
          </a:prstGeom>
        </p:spPr>
      </p:pic>
      <p:pic>
        <p:nvPicPr>
          <p:cNvPr id="6" name="Picture 5" descr="fig7d_cellphonedb_dot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097280"/>
            <a:ext cx="1985554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488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• 39 L-R pairs × 6 Macrophage→target cell pairs (12 columns with age)</a:t>
            </a:r>
          </a:p>
          <a:p>
            <a:pPr>
              <a:spcAft>
                <a:spcPts val="600"/>
              </a:spcAft>
              <a:defRPr sz="1600"/>
            </a:pPr>
            <a:r>
              <a:t>• Style: solid dots, blue-red color scale (-10 to +5), portrait orientation</a:t>
            </a:r>
          </a:p>
          <a:p>
            <a:pPr>
              <a:spcAft>
                <a:spcPts val="600"/>
              </a:spcAft>
              <a:defRPr sz="1600"/>
            </a:pPr>
            <a:r>
              <a:t>• Note: Different CellPhoneDB database version = different L-R pair names</a:t>
            </a:r>
          </a:p>
          <a:p>
            <a:pPr>
              <a:spcAft>
                <a:spcPts val="600"/>
              </a:spcAft>
              <a:defRPr sz="1600"/>
            </a:pPr>
            <a:r>
              <a:t>• Biological pattern preserved: Macrophage-immune communication by 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Action Items for Neil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Fig 7D: Verify L-R pairs match manuscript (curated list found)</a:t>
            </a:r>
          </a:p>
          <a:p>
            <a:pPr>
              <a:spcAft>
                <a:spcPts val="1200"/>
              </a:spcAft>
              <a:defRPr sz="2000"/>
            </a:pPr>
            <a:r>
              <a:t>• Fig 4E: Confirm aggregated heatmap matches intended visualization</a:t>
            </a:r>
          </a:p>
          <a:p>
            <a:pPr>
              <a:spcAft>
                <a:spcPts val="1200"/>
              </a:spcAft>
              <a:defRPr sz="2000"/>
            </a:pPr>
            <a:r>
              <a:t>• All figures: Check interpretation against manuscript text</a:t>
            </a:r>
          </a:p>
          <a:p>
            <a:pPr>
              <a:spcAft>
                <a:spcPts val="1200"/>
              </a:spcAft>
              <a:defRPr sz="2000"/>
            </a:pPr>
            <a:r>
              <a:t>• If any discrepancies: Flag for discussion before resubmission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Code Quality Improvements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Created CLAUDE.md with project guidelines for robustness</a:t>
            </a:r>
          </a:p>
          <a:p>
            <a:pPr>
              <a:spcAft>
                <a:spcPts val="1200"/>
              </a:spcAft>
              <a:defRPr sz="2000"/>
            </a:pPr>
            <a:r>
              <a:t>• Fixed Seurat 5.x + patchwork compatibility bug</a:t>
            </a:r>
          </a:p>
          <a:p>
            <a:pPr>
              <a:spcAft>
                <a:spcPts val="1200"/>
              </a:spcAft>
              <a:defRPr sz="2000"/>
            </a:pPr>
            <a:r>
              <a:t>• Added error handling and graceful degradation</a:t>
            </a:r>
          </a:p>
          <a:p>
            <a:pPr>
              <a:spcAft>
                <a:spcPts val="1200"/>
              </a:spcAft>
              <a:defRPr sz="2000"/>
            </a:pPr>
            <a:r>
              <a:t>• Dual output formats: PDF (vector) + PNG (validation)</a:t>
            </a:r>
          </a:p>
          <a:p>
            <a:pPr>
              <a:spcAft>
                <a:spcPts val="1200"/>
              </a:spcAft>
              <a:defRPr sz="2000"/>
            </a:pPr>
            <a:r>
              <a:t>• All scripts now set seeds for reproducibility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Files to Replace in Manuscript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Fig 2B: analysis/03_rat_wes/figures/cosmic_signatures.png</a:t>
            </a:r>
          </a:p>
          <a:p>
            <a:pPr>
              <a:spcAft>
                <a:spcPts val="1200"/>
              </a:spcAft>
              <a:defRPr sz="2000"/>
            </a:pPr>
            <a:r>
              <a:t>• Fig 4E: analysis/04_human_scrnaseq/figures/gsva_heatmap.png</a:t>
            </a:r>
          </a:p>
          <a:p>
            <a:pPr>
              <a:spcAft>
                <a:spcPts val="1200"/>
              </a:spcAft>
              <a:defRPr sz="2000"/>
            </a:pPr>
            <a:r>
              <a:t>• Fig 7B/C: analysis/04_human_scrnaseq/figures/fig7bc_pathway_heatmaps.png</a:t>
            </a:r>
          </a:p>
          <a:p>
            <a:pPr>
              <a:spcAft>
                <a:spcPts val="1200"/>
              </a:spcAft>
              <a:defRPr sz="2000"/>
            </a:pPr>
            <a:r>
              <a:t>• Fig 7D: analysis/04_human_scrnaseq/figures/fig7d_cellchat_dotplot.png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Full report: validation/report/figure_change_report_for_neil.md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