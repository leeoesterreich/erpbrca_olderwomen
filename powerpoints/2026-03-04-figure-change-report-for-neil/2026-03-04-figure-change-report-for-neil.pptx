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Steffi didn't trust Sanghoon's code and asked for review before resubmission. We built a validation pipeline to systematically compare manuscript figures against regenerated outputs from the refactored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 issues have been resolved. Figure 7B/C root cause was normalization method mismatch (CPM vs SCT) causing 6-25x magnitude inflation. Figure 7D had L-R pair naming mismatch and age ordering bug. Both now verified to match manuscript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validation system incorrectly matched these because both mention HSD17B7 and estrogen. But the Y variables are completely different - one is wet lab hormone measurements, the other is computational pathway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change was removing an auto-generated title that wasn't in the original. Same data, same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Major rewrite using ComplexHeatmap. Fixed scaling issue - now uses raw GSVA scores with auto-scaled colorbar based on actual data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Root cause was normalization method mismatch. CPM+log2 inflated estrogen pathway effects by 6-25x compared to SCTransform. Both methods give SAME polarity direction (5/5 pathways matched), but magnitude differences affected z-score visualization. Fixed by switching to SCT data. Also added missing TGF_BETA_SIGNALING pathway.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normalization methods produce IDENTICAL polarity directions (5/5 pathways match). However, CPM+log2 inflates estrogen pathway magnitudes by 6-25x. When z-score normalized for heatmap visualization, these magnitude differences caused visual discrepancies. FIX: Switched to SCTransform data to match manuscript methods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bugs fixed: (1) CellPhoneDB v5 outputs APP_CD74 but curated list had CD74_APP - added normalization function that sorts components alphabetically. (2) Alphabetical sort put 'Older' before 'Younger' - fixed with explicit factor levels. (3) Empty cell types were filtered but original metadata file passed to CellPhoneDB - now writes filtered metadata to temp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Neil should verify the regenerated figures match what was intended in the manuscript. The code is now documented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root cause of Figure 7 discrepancies was normalization method mismatch. CPM+log2 vs SCTransform gave same polarity but different magnitudes (6-25x inflation). Created 15b_pathway_polarity_diagnostic.R to verify directions match manuscript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switching to SCTransform data, all pathway directions match the manuscript claims. The magnitude differences no longer affect z-score normalized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regenerated figure files that should replace the originals in the manuscript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Figure Change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Manuscript Validation Results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Background: Code Review for Rigor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Steffi requested independent review of Sanghoon's analysis code</a:t>
            </a:r>
          </a:p>
          <a:p>
            <a:pPr>
              <a:spcAft>
                <a:spcPts val="1200"/>
              </a:spcAft>
              <a:defRPr sz="2000"/>
            </a:pPr>
            <a:r>
              <a:t>• Goals: Biostatistical validation, reproducibility, documentation</a:t>
            </a:r>
          </a:p>
          <a:p>
            <a:pPr>
              <a:spcAft>
                <a:spcPts val="1200"/>
              </a:spcAft>
              <a:defRPr sz="2000"/>
            </a:pPr>
            <a:r>
              <a:t>• Context: Paper revisions before resubmission</a:t>
            </a:r>
          </a:p>
          <a:p>
            <a:pPr>
              <a:spcAft>
                <a:spcPts val="1200"/>
              </a:spcAft>
              <a:defRPr sz="2000"/>
            </a:pPr>
            <a:r>
              <a:t>• Approach: 3-tier validation pipeline (numerical, visual, claims)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Validation Summary: All Issues Resolved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Action Required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figures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changes needed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Fig 7B/C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Normalization + missing pathway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Fig 7D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L-R naming + age ordering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FALSE ALARM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Wet lab vs computational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Finding: Spearman r Discrepancy is FALSE ALARM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Validation flagged: manuscript r=0.26 vs code r=0.216</a:t>
            </a:r>
          </a:p>
          <a:p>
            <a:pPr>
              <a:spcAft>
                <a:spcPts val="1200"/>
              </a:spcAft>
              <a:defRPr sz="2000"/>
            </a:pPr>
            <a:r>
              <a:t>• BUT these measure DIFFERENT things:</a:t>
            </a:r>
          </a:p>
          <a:p>
            <a:pPr>
              <a:spcAft>
                <a:spcPts val="1200"/>
              </a:spcAft>
              <a:defRPr sz="2000"/>
            </a:pPr>
            <a:r>
              <a:t>•    - Manuscript r=0.26: HSD17B7 vs E2:E1 hormone ratio (wet lab mass spec)</a:t>
            </a:r>
          </a:p>
          <a:p>
            <a:pPr>
              <a:spcAft>
                <a:spcPts val="1200"/>
              </a:spcAft>
              <a:defRPr sz="2000"/>
            </a:pPr>
            <a:r>
              <a:t>•    - Code r=0.216: HSD17B7 vs GSVA pathway score (computational)</a:t>
            </a:r>
          </a:p>
          <a:p>
            <a:pPr>
              <a:spcAft>
                <a:spcPts val="1200"/>
              </a:spcAft>
              <a:defRPr sz="2000"/>
            </a:pPr>
            <a:r>
              <a:t>• Conclusion: Not a discrepancy - out of scope for computational validation</a:t>
            </a:r>
          </a:p>
          <a:p>
            <a:pPr>
              <a:spcAft>
                <a:spcPts val="1200"/>
              </a:spcAft>
              <a:defRPr sz="2000"/>
            </a:pPr>
            <a:r>
              <a:t>• No manuscript changes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 2B: COSMIC Signatures (PASS - Minor Change)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08080"/>
                </a:solidFill>
              </a:defRPr>
            </a:pPr>
            <a:r>
              <a:t>MANUSCRIPT (Original)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t>REGENERATED (Fixed)</a:t>
            </a:r>
          </a:p>
        </p:txBody>
      </p:sp>
      <p:pic>
        <p:nvPicPr>
          <p:cNvPr id="5" name="Picture 4" descr="im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030582"/>
          </a:xfrm>
          <a:prstGeom prst="rect">
            <a:avLst/>
          </a:prstGeom>
        </p:spPr>
      </p:pic>
      <p:pic>
        <p:nvPicPr>
          <p:cNvPr id="6" name="Picture 5" descr="cosmic_sign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097280"/>
            <a:ext cx="5149036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4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Change: Removed auto-generated title 'SBS Signature Counts per Sample'</a:t>
            </a:r>
          </a:p>
          <a:p>
            <a:pPr>
              <a:spcAft>
                <a:spcPts val="600"/>
              </a:spcAft>
              <a:defRPr sz="1600"/>
            </a:pPr>
            <a:r>
              <a:t>• Data patterns: Identical</a:t>
            </a:r>
          </a:p>
          <a:p>
            <a:pPr>
              <a:spcAft>
                <a:spcPts val="600"/>
              </a:spcAft>
              <a:defRPr sz="1600"/>
            </a:pPr>
            <a:r>
              <a:t>• Impact on interpretation: None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 4E: Estrogen Pathway Heatmap (FIXED)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08080"/>
                </a:solidFill>
              </a:defRPr>
            </a:pPr>
            <a:r>
              <a:t>MANUSCRIPT (Original)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t>REGENERATED (Fixed)</a:t>
            </a:r>
          </a:p>
        </p:txBody>
      </p:sp>
      <p:pic>
        <p:nvPicPr>
          <p:cNvPr id="5" name="Picture 4" descr="im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2460456"/>
          </a:xfrm>
          <a:prstGeom prst="rect">
            <a:avLst/>
          </a:prstGeom>
        </p:spPr>
      </p:pic>
      <p:pic>
        <p:nvPicPr>
          <p:cNvPr id="6" name="Picture 5" descr="gsva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097280"/>
            <a:ext cx="5303520" cy="3182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4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Styling fixed: Row labels on LEFT, 45° column rotation, NO cell borders</a:t>
            </a:r>
          </a:p>
          <a:p>
            <a:pPr>
              <a:spcAft>
                <a:spcPts val="600"/>
              </a:spcAft>
              <a:defRPr sz="1600"/>
            </a:pPr>
            <a:r>
              <a:t>• Color scale: Auto-scaled to actual GSVA data range (~±0.3) for proper gradient</a:t>
            </a:r>
          </a:p>
          <a:p>
            <a:pPr>
              <a:spcAft>
                <a:spcPts val="600"/>
              </a:spcAft>
              <a:defRPr sz="1600"/>
            </a:pPr>
            <a:r>
              <a:t>• Switched to ComplexHeatmap for publication-quality output</a:t>
            </a:r>
          </a:p>
          <a:p>
            <a:pPr>
              <a:spcAft>
                <a:spcPts val="600"/>
              </a:spcAft>
              <a:defRPr sz="1600"/>
            </a:pPr>
            <a:r>
              <a:t>• Note: 9/11 pathways found (2 missing from msigdbr lookup)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 7B/C: Multi-Cell Type Pathway Heatmaps (FIXED)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08080"/>
                </a:solidFill>
              </a:defRPr>
            </a:pPr>
            <a:r>
              <a:t>MANUSCRIPT (Original)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t>REGENERATED (Fixed)</a:t>
            </a:r>
          </a:p>
        </p:txBody>
      </p:sp>
      <p:pic>
        <p:nvPicPr>
          <p:cNvPr id="5" name="Picture 4" descr="img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017827" cy="3474720"/>
          </a:xfrm>
          <a:prstGeom prst="rect">
            <a:avLst/>
          </a:prstGeom>
        </p:spPr>
      </p:pic>
      <p:pic>
        <p:nvPicPr>
          <p:cNvPr id="6" name="Picture 5" descr="fig7bc_pathway_heat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097280"/>
            <a:ext cx="43434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4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ROOT CAUSE: Normalization mismatch (CPM+log2 vs SCTransform)</a:t>
            </a:r>
          </a:p>
          <a:p>
            <a:pPr>
              <a:spcAft>
                <a:spcPts val="600"/>
              </a:spcAft>
              <a:defRPr sz="1600"/>
            </a:pPr>
            <a:r>
              <a:t>• Added missing HALLMARK_TGF_BETA_SIGNALING pathway</a:t>
            </a:r>
          </a:p>
          <a:p>
            <a:pPr>
              <a:spcAft>
                <a:spcPts val="600"/>
              </a:spcAft>
              <a:defRPr sz="1600"/>
            </a:pPr>
            <a:r>
              <a:t>• Verified: TNFα, TGFβ (Older&gt;Younger), Estrogen (Younger&gt;Older) match claims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Fig 7B/C Root Cause: Magnitude Inflation (6-25x)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Pathway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CPM+log2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Direction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ESTROGEN_EARLY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-0.1246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Younger &gt; Older 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ESTROGEN_LATE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-0.1423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Younger &gt; Older 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INFLAMMATORY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+0.1073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+0.0597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Older &gt; Younger 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INTERFERON_GAMMA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-0.0687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Younger &gt; Older 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TNFA_SIGNALING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+0.3083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+0.1587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Older &gt; Younger 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Fig 7D: Cell-Cell Communication (CellPhoneDB)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808080"/>
                </a:solidFill>
              </a:defRPr>
            </a:pPr>
            <a:r>
              <a:t>MANUSCRIPT (Original)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48095" y="731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000"/>
                </a:solidFill>
              </a:defRPr>
            </a:pPr>
            <a:r>
              <a:t>REGENERATED (CellPhoneDB v5)</a:t>
            </a:r>
          </a:p>
        </p:txBody>
      </p:sp>
      <p:pic>
        <p:nvPicPr>
          <p:cNvPr id="5" name="Picture 4" descr="im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2426548" cy="3474720"/>
          </a:xfrm>
          <a:prstGeom prst="rect">
            <a:avLst/>
          </a:prstGeom>
        </p:spPr>
      </p:pic>
      <p:pic>
        <p:nvPicPr>
          <p:cNvPr id="6" name="Picture 5" descr="fig7d_cellphonedb_dot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095" y="1097280"/>
            <a:ext cx="1985554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75488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Fixed L-R pair naming: CD74_APP → APP_CD74 (alphabetical normalization)</a:t>
            </a:r>
          </a:p>
          <a:p>
            <a:pPr>
              <a:spcAft>
                <a:spcPts val="600"/>
              </a:spcAft>
              <a:defRPr sz="1600"/>
            </a:pPr>
            <a:r>
              <a:t>• Fixed age ordering: Explicit factor levels c('Younger', 'Older')</a:t>
            </a:r>
          </a:p>
          <a:p>
            <a:pPr>
              <a:spcAft>
                <a:spcPts val="600"/>
              </a:spcAft>
              <a:defRPr sz="1600"/>
            </a:pPr>
            <a:r>
              <a:t>• Fixed metadata bug: Filtered cells passed to CellPhoneDB</a:t>
            </a:r>
          </a:p>
          <a:p>
            <a:pPr>
              <a:spcAft>
                <a:spcPts val="600"/>
              </a:spcAft>
              <a:defRPr sz="1600"/>
            </a:pPr>
            <a:r>
              <a:t>• Curated dotplot now shows non-empty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Action Items for Neil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Fig 7D: Verify L-R pairs match manuscript (curated list found)</a:t>
            </a:r>
          </a:p>
          <a:p>
            <a:pPr>
              <a:spcAft>
                <a:spcPts val="1200"/>
              </a:spcAft>
              <a:defRPr sz="2000"/>
            </a:pPr>
            <a:r>
              <a:t>• Fig 4E: Confirm aggregated heatmap matches intended visualization</a:t>
            </a:r>
          </a:p>
          <a:p>
            <a:pPr>
              <a:spcAft>
                <a:spcPts val="1200"/>
              </a:spcAft>
              <a:defRPr sz="2000"/>
            </a:pPr>
            <a:r>
              <a:t>• All figures: Check interpretation against manuscript text</a:t>
            </a:r>
          </a:p>
          <a:p>
            <a:pPr>
              <a:spcAft>
                <a:spcPts val="1200"/>
              </a:spcAft>
              <a:defRPr sz="2000"/>
            </a:pPr>
            <a:r>
              <a:t>• If any discrepancies: Flag for discussion before resubmission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Code Quality Improvements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Fig 7B/C: Switched to SCTransform (matches manuscript methods)</a:t>
            </a:r>
          </a:p>
          <a:p>
            <a:pPr>
              <a:spcAft>
                <a:spcPts val="1200"/>
              </a:spcAft>
              <a:defRPr sz="2000"/>
            </a:pPr>
            <a:r>
              <a:t>• Fig 7B/C: Added missing TGF_BETA_SIGNALING pathway</a:t>
            </a:r>
          </a:p>
          <a:p>
            <a:pPr>
              <a:spcAft>
                <a:spcPts val="1200"/>
              </a:spcAft>
              <a:defRPr sz="2000"/>
            </a:pPr>
            <a:r>
              <a:t>• Fig 7D: L-R pair normalization for CellPhoneDB v5 compatibility</a:t>
            </a:r>
          </a:p>
          <a:p>
            <a:pPr>
              <a:spcAft>
                <a:spcPts val="1200"/>
              </a:spcAft>
              <a:defRPr sz="2000"/>
            </a:pPr>
            <a:r>
              <a:t>• Fig 7D: Explicit age factor ordering (Younger, Older)</a:t>
            </a:r>
          </a:p>
          <a:p>
            <a:pPr>
              <a:spcAft>
                <a:spcPts val="1200"/>
              </a:spcAft>
              <a:defRPr sz="2000"/>
            </a:pPr>
            <a:r>
              <a:t>• Created diagnostic script for CPM vs SCT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Figure 7 Verification: Manuscript Claims 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TNFα signaling: Older &gt; Younger in macrophages ✓</a:t>
            </a:r>
          </a:p>
          <a:p>
            <a:pPr>
              <a:spcAft>
                <a:spcPts val="1200"/>
              </a:spcAft>
              <a:defRPr sz="2000"/>
            </a:pPr>
            <a:r>
              <a:t>• TGFβ signaling: Older &gt; Younger in macrophages ✓</a:t>
            </a:r>
          </a:p>
          <a:p>
            <a:pPr>
              <a:spcAft>
                <a:spcPts val="1200"/>
              </a:spcAft>
              <a:defRPr sz="2000"/>
            </a:pPr>
            <a:r>
              <a:t>• Estrogen response: Younger &gt; Older ✓</a:t>
            </a:r>
          </a:p>
          <a:p>
            <a:pPr>
              <a:spcAft>
                <a:spcPts val="1200"/>
              </a:spcAft>
              <a:defRPr sz="2000"/>
            </a:pPr>
            <a:r>
              <a:t>• All 5 tested pathways show correct polarity direction</a:t>
            </a:r>
          </a:p>
          <a:p>
            <a:pPr>
              <a:spcAft>
                <a:spcPts val="1200"/>
              </a:spcAft>
              <a:defRPr sz="2000"/>
            </a:pPr>
            <a:r>
              <a:t>• Diagnostic outputs saved to outputs/diagnostic_polarity_*.csv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Files to Replace in Manuscript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Fig 2B: analysis/03_rat_wes/figures/cosmic_signatures.png</a:t>
            </a:r>
          </a:p>
          <a:p>
            <a:pPr>
              <a:spcAft>
                <a:spcPts val="1200"/>
              </a:spcAft>
              <a:defRPr sz="2000"/>
            </a:pPr>
            <a:r>
              <a:t>• Fig 4E: analysis/04_human_scrnaseq/figures/gsva_heatmap.png</a:t>
            </a:r>
          </a:p>
          <a:p>
            <a:pPr>
              <a:spcAft>
                <a:spcPts val="1200"/>
              </a:spcAft>
              <a:defRPr sz="2000"/>
            </a:pPr>
            <a:r>
              <a:t>• Fig 7B/C: analysis/04_human_scrnaseq/figures/fig7bc_pathway_heatmaps.png</a:t>
            </a:r>
          </a:p>
          <a:p>
            <a:pPr>
              <a:spcAft>
                <a:spcPts val="1200"/>
              </a:spcAft>
              <a:defRPr sz="2000"/>
            </a:pPr>
            <a:r>
              <a:t>• Fig 7D: analysis/04_human_scrnaseq/figures/fig7d_cellchat_dotplot.png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Full report: validation/report/figure_change_report_for_neil.md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