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ERpBRCA_OlderWomen</a:t>
            </a:r>
            <a:br/>
            <a:r>
              <a:t>Biostatistical Corrections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Code Review Summary -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Overview of Corrections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Added FDR (Benjamini-Hochberg) correction for multiple testing</a:t>
            </a:r>
          </a:p>
          <a:p>
            <a:pPr>
              <a:spcAft>
                <a:spcPts val="1200"/>
              </a:spcAft>
              <a:defRPr sz="2000"/>
            </a:pPr>
            <a:r>
              <a:t>• Added missing differential expression analysis for rat snRNA-seq</a:t>
            </a:r>
          </a:p>
          <a:p>
            <a:pPr>
              <a:spcAft>
                <a:spcPts val="1200"/>
              </a:spcAft>
              <a:defRPr sz="2000"/>
            </a:pPr>
            <a:r>
              <a:t>• Added missing differential abundance testing for rat snRNA-seq</a:t>
            </a:r>
          </a:p>
          <a:p>
            <a:pPr>
              <a:spcAft>
                <a:spcPts val="1200"/>
              </a:spcAft>
              <a:defRPr sz="2000"/>
            </a:pPr>
            <a:r>
              <a:t>• Added DoubletFinder for doublet detection</a:t>
            </a:r>
          </a:p>
          <a:p>
            <a:pPr>
              <a:spcAft>
                <a:spcPts val="1200"/>
              </a:spcAft>
              <a:defRPr sz="2000"/>
            </a:pPr>
            <a:r>
              <a:t>• Added random seeds for reproducibility</a:t>
            </a:r>
          </a:p>
          <a:p>
            <a:pPr>
              <a:spcAft>
                <a:spcPts val="1200"/>
              </a:spcAft>
              <a:defRPr sz="2000"/>
            </a:pPr>
            <a:r>
              <a:t>• Fixed Seurat v5 compatibility issues (JoinLayers)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Human Bulk RNA-seq: Correlation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After FDR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Significant (p &lt; 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Significant (FDR &lt; 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Reproducibility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PASS (100%)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Human Bulk RNA-seq: Original Correlations (p &lt; 0.05)</a:t>
            </a:r>
          </a:p>
        </p:txBody>
      </p:sp>
      <p:pic>
        <p:nvPicPr>
          <p:cNvPr id="3" name="Picture 2" descr="correlation_bubbleplot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144000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22 significant correlations at nominal p &lt; 0.05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Human Bulk RNA-seq: FDR-Corrected Correlations</a:t>
            </a:r>
          </a:p>
        </p:txBody>
      </p:sp>
      <p:pic>
        <p:nvPicPr>
          <p:cNvPr id="3" name="Picture 2" descr="correlation_bubbleplot_f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144000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20 significant correlations at FDR &lt; 0.05 (2 lost: HSD17B7 correlations)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Rat snRNA-seq: Differential Expression (NEW)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Cell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Total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FDR &lt; 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Up in 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Down in Aged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2,357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871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Fibroblasts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Endothelial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467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3,847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Rat snRNA-seq: DE Volcano Plots</a:t>
            </a:r>
          </a:p>
        </p:txBody>
      </p:sp>
      <p:pic>
        <p:nvPicPr>
          <p:cNvPr id="3" name="Picture 2" descr="DE_volcano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144000" cy="800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Differential expression between Young and Aged per cell 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Rat snRNA-seq: Differential Abundance</a:t>
            </a:r>
          </a:p>
        </p:txBody>
      </p:sp>
      <p:pic>
        <p:nvPicPr>
          <p:cNvPr id="3" name="Picture 2" descr="DA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144000" cy="800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Cell type proportions by age group (n=3 per group)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Technical Fixes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sys.frame(1)$ofile error: Replaced with commandArgs() for Rscript</a:t>
            </a:r>
          </a:p>
          <a:p>
            <a:pPr>
              <a:spcAft>
                <a:spcPts val="1200"/>
              </a:spcAft>
              <a:defRPr sz="2000"/>
            </a:pPr>
            <a:r>
              <a:t>• future.globals.maxSize: Increased to 4GB for large cell populations</a:t>
            </a:r>
          </a:p>
          <a:p>
            <a:pPr>
              <a:spcAft>
                <a:spcPts val="1200"/>
              </a:spcAft>
              <a:defRPr sz="2000"/>
            </a:pPr>
            <a:r>
              <a:t>• Cluster name 'g' prefix: Fixed Seurat v5 numeric cluster mapping</a:t>
            </a:r>
          </a:p>
          <a:p>
            <a:pPr>
              <a:spcAft>
                <a:spcPts val="1200"/>
              </a:spcAft>
              <a:defRPr sz="2000"/>
            </a:pPr>
            <a:r>
              <a:t>• JoinLayers(): Added before FindAllMarkers for Seurat v5</a:t>
            </a:r>
          </a:p>
          <a:p>
            <a:pPr>
              <a:spcAft>
                <a:spcPts val="1200"/>
              </a:spcAft>
              <a:defRPr sz="2000"/>
            </a:pPr>
            <a:r>
              <a:t>• tryCatch scope: Fixed variable scoping in error handlers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Core results are REPRODUCIBLE - correlation values identical</a:t>
            </a:r>
          </a:p>
          <a:p>
            <a:pPr>
              <a:spcAft>
                <a:spcPts val="1200"/>
              </a:spcAft>
              <a:defRPr sz="2000"/>
            </a:pPr>
            <a:r>
              <a:t>• 91% of human correlations (20/22) remain significant after FDR</a:t>
            </a:r>
          </a:p>
          <a:p>
            <a:pPr>
              <a:spcAft>
                <a:spcPts val="1200"/>
              </a:spcAft>
              <a:defRPr sz="2000"/>
            </a:pPr>
            <a:r>
              <a:t>• Rat snRNA-seq now has complete DE/DA analyses (previously missing)</a:t>
            </a:r>
          </a:p>
          <a:p>
            <a:pPr>
              <a:spcAft>
                <a:spcPts val="1200"/>
              </a:spcAft>
              <a:defRPr sz="2000"/>
            </a:pPr>
            <a:r>
              <a:t>• 8,760 FDR-significant DE genes identified in rat mammary tissue</a:t>
            </a:r>
          </a:p>
          <a:p>
            <a:pPr>
              <a:spcAft>
                <a:spcPts val="1200"/>
              </a:spcAft>
              <a:defRPr sz="2000"/>
            </a:pPr>
            <a:r>
              <a:t>• All analyses now include proper multiple testing correction</a:t>
            </a:r>
          </a:p>
          <a:p>
            <a:pPr>
              <a:spcAft>
                <a:spcPts val="1200"/>
              </a:spcAft>
              <a:defRPr sz="2000"/>
            </a:pPr>
            <a:r>
              <a:t>• Random seeds ensure future reproducibility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